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71" r:id="rId1"/>
  </p:sldMasterIdLst>
  <p:sldIdLst>
    <p:sldId id="256" r:id="rId2"/>
    <p:sldId id="257" r:id="rId3"/>
    <p:sldId id="261" r:id="rId4"/>
    <p:sldId id="262" r:id="rId5"/>
    <p:sldId id="263" r:id="rId6"/>
    <p:sldId id="258" r:id="rId7"/>
    <p:sldId id="260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7868-EDBE-9367-00EA-4A890222F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0C22D-90F6-573D-F7DE-BB6403321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222A8-8981-1181-5BB5-025AF680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DBC8B-9E29-B31E-DF70-E30469F8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57413-4A40-7A54-C374-D5BE40A3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3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9F61-56BD-A8C4-44AA-2F81956C2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14A36-D996-93A8-D1DA-F2BA8FBDA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E4D98-0F72-F0DE-93C6-C959AA9D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17DAA-982B-9811-8D6B-BA02C0F5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61451-BB51-0F8F-866D-E034CCAD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76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3D7C3-0437-0895-7434-15C2263F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D6960-43B3-6C27-37B3-925DC2D93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6428-C99D-E484-D1D8-B57A14D3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466E6-F184-55D8-52A9-F37E6BB2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75393-7B73-5E3B-F8AE-D384286C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0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35C2-B4EA-8C9E-BDA4-6E5645069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A3ACB-063D-78A7-6A92-E98A91CA9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D1F93-53D4-DE94-A9A4-CE05F6E9E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428C5-E1EF-A3A1-64F9-01EAFFAB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76FF6-985C-55A7-56DC-2366A472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F7361-C199-FB20-E4F0-DB27200B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5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F7104-62CD-190C-1AFB-2BF6A7358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770D4-7D0D-162A-2E14-4E4230999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0331D-825C-0E57-A717-44C77AC91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958E6-E071-24E6-0B25-3E0C24325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DE8C95-B439-2C7F-5E45-4727C8F6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F5D037-6337-4EC6-53B3-2A437B99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3B5B8C-1014-CC1E-8D8F-D91B0519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EF41A1-0B25-4955-EE3F-62D4C46D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3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44DD-9E1F-22D0-B334-DDC454E9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599DB-29E8-53FF-BAC6-D050A21E9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AEA57-5E24-86B7-693E-DB9F7C93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23AF6-FE85-794E-B40A-B38C6ECE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1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4250B-F7F0-CA01-7A89-AB40E29A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9BC0B-0431-B9A7-0CEF-36FEE57C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C5E99-4134-0829-6546-63255661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7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B520-EE31-02C4-53BB-B4299848E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0C6C6-B346-E0BB-A365-AEEEB45F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AEB2D-F5F4-E0FE-135D-DAB5B080E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EC1EB-D245-5FB9-C707-9CCB38F9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F2A5C-630D-5F58-D8C0-D6B741F09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59781-4715-3C02-15AE-C3596C5F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9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A7B4-B5B6-2C2D-0838-07CF8A81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F2C9D-0B2B-C263-E453-34650D867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0F4A3-448F-275C-1934-581349892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6B5E9-C5DA-2DE2-853F-12E2E69C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AAD21-47D9-AB92-D836-1FA4C5269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623C5-1B64-1B1E-7120-9CD914E2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72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A56BB-AF06-0EB3-3A9E-60B8EECA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F7A1B-6FB1-FA3D-D87F-01A045D0A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BC83F-E5E8-B5D2-6950-4B590A714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8E60-3721-8049-ADBD-62418885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7B16B-4F3B-C164-42B2-95667FC5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71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8323E-1055-3A4F-EBD4-DF2C2A5A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8DC1A-7A2E-3EBB-AD7A-90588B4F3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38C45-555E-FFF8-D655-BFFE3540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1FC5C-3967-FFE4-FA27-FFE51F005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10C9B-7668-EEB9-5EF8-3500B1A3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5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2A90F-397C-093C-D878-1C6379817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17CCD-6168-C9C5-835A-294CE2F6E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73CDE-F18F-C6C5-7B1C-E64D0BB83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ADE70-C647-403F-6D6B-AEF4C7771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5C2D6-A02C-384D-FD87-C377F13BC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1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2" r:id="rId1"/>
    <p:sldLayoutId id="2147484173" r:id="rId2"/>
    <p:sldLayoutId id="2147484174" r:id="rId3"/>
    <p:sldLayoutId id="2147484175" r:id="rId4"/>
    <p:sldLayoutId id="2147484176" r:id="rId5"/>
    <p:sldLayoutId id="2147484177" r:id="rId6"/>
    <p:sldLayoutId id="2147484178" r:id="rId7"/>
    <p:sldLayoutId id="2147484179" r:id="rId8"/>
    <p:sldLayoutId id="2147484180" r:id="rId9"/>
    <p:sldLayoutId id="2147484181" r:id="rId10"/>
    <p:sldLayoutId id="214748418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6E5C1592-6475-8D52-DB27-4734EA3A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2" name="Subtitle 21">
            <a:extLst>
              <a:ext uri="{FF2B5EF4-FFF2-40B4-BE49-F238E27FC236}">
                <a16:creationId xmlns:a16="http://schemas.microsoft.com/office/drawing/2014/main" id="{309CDFC5-4770-4C74-DCAD-92DC21BCB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4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30B330-6D54-F608-45E9-C988A98D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E65D26-65E4-C1F7-61DA-492174467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3406D6-F829-D043-9900-75F51B7A76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5FE5EE6-E1AC-C6B2-5FAB-F50B5245D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E70E577-E44C-2CAA-B40A-CAA049F035C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92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75E20B-3C09-3BB6-608C-17725ED3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5935A5-F984-64EC-5E72-188DD53C7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6345"/>
            <a:ext cx="5097780" cy="3910617"/>
          </a:xfrm>
        </p:spPr>
        <p:txBody>
          <a:bodyPr>
            <a:normAutofit/>
          </a:bodyPr>
          <a:lstStyle/>
          <a:p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79AD1-47D8-86C0-C26D-8F96E0C60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266345"/>
            <a:ext cx="5097780" cy="3910618"/>
          </a:xfrm>
        </p:spPr>
        <p:txBody>
          <a:bodyPr>
            <a:normAutofit/>
          </a:bodyPr>
          <a:lstStyle/>
          <a:p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47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3F61-E3F8-B0D6-56B8-DD35BECB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F33B-8C6D-5F3E-988B-76472A694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7232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11FA-118E-C93F-E749-68EE9536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75BE-B8C7-1420-F11A-58B815EE7D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2B499-330D-59FA-C1B2-F0272E31F1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5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20DDE1-7EA7-8D78-F12D-925D9D4233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061155-66EB-708F-E991-FCE9A33E16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D40BC-43CD-F80E-7826-87583A18E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EB7CA-E996-3094-AC1C-286E1BA5F3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A7F43-3058-4321-1BEB-EE15E2255F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4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1A91-D362-79F6-25D7-E347556D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4C048-7AE7-CADE-2980-8A90FD117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51531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2716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Schiltz, Allison</dc:creator>
  <cp:lastModifiedBy>Schiltz, Allison</cp:lastModifiedBy>
  <cp:revision>1</cp:revision>
  <dcterms:created xsi:type="dcterms:W3CDTF">2026-05-13T15:05:04Z</dcterms:created>
  <dcterms:modified xsi:type="dcterms:W3CDTF">2026-05-15T12:21:21Z</dcterms:modified>
</cp:coreProperties>
</file>